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Hire</a:t>
            </a:r>
          </a:p>
          <a:p>
            <a:pPr lvl="1"/>
            <a:r>
              <a:t>Engineers</a:t>
            </a:r>
          </a:p>
          <a:p>
            <a:pPr lvl="2"/>
            <a:r>
              <a:t>Backend</a:t>
            </a:r>
          </a:p>
          <a:p>
            <a:pPr lvl="1"/>
            <a:r>
              <a:t>Designers</a:t>
            </a:r>
          </a:p>
          <a:p>
            <a:pPr/>
            <a:r>
              <a:t>Train</a:t>
            </a:r>
          </a:p>
          <a:p>
            <a:pPr marL="0" indent="0">
              <a:buNone/>
            </a:pPr>
            <a:r>
              <a:t>A plain paragraph between the lists.</a:t>
            </a:r>
          </a:p>
          <a:p>
            <a:pPr>
              <a:buFont typeface="+mj-lt"/>
              <a:buAutoNum type="arabicPeriod"/>
            </a:pPr>
            <a:r>
              <a:t>First step</a:t>
            </a:r>
          </a:p>
          <a:p>
            <a:pPr>
              <a:buFont typeface="+mj-lt"/>
              <a:buAutoNum type="arabicPeriod"/>
            </a:pPr>
            <a:r>
              <a:t>Second step</a:t>
            </a:r>
          </a:p>
          <a:p>
            <a:pPr lvl="1"/>
            <a:r>
              <a:t>A detail of the second step</a:t>
            </a:r>
          </a:p>
          <a:p>
            <a:pPr>
              <a:buFont typeface="+mj-lt"/>
              <a:buAutoNum type="arabicPeriod"/>
            </a:pPr>
            <a:r>
              <a:t>Third step</a:t>
            </a:r>
          </a:p>
          <a:p>
            <a:pPr/>
            <a:r>
              <a:t>A bullet after the numbers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 text box's plain paragraph.</a:t>
            </a:r>
          </a:p>
          <a:p>
            <a:pPr>
              <a:buFont typeface="Arial"/>
              <a:buChar char="•"/>
            </a:pPr>
            <a:r>
              <a:t>Its own bullet</a:t>
            </a:r>
          </a:p>
          <a:p>
            <a:pPr lvl="1">
              <a:buFont typeface="Arial"/>
              <a:buChar char="•"/>
            </a:pPr>
            <a:r>
              <a:t>Nested under it</a:t>
            </a:r>
          </a:p>
          <a:p>
            <a:pPr>
              <a:buFont typeface="+mj-lt"/>
              <a:buAutoNum type="arabicPeriod"/>
            </a:pPr>
            <a:r>
              <a:t>Its own number</a:t>
            </a:r>
          </a:p>
          <a:p/>
          <a:p>
            <a:r>
              <a:t>After the empty paragraph.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