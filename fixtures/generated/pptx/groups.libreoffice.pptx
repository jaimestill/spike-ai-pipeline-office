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9D7A7E-E73B-445C-B4C9-6CCC25286F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4EE05-68AB-41C0-9487-3C48E944A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3D8C4F-C681-477D-A563-D939E17415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913861-860F-4EBF-B4FC-BC4E6480E8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CD1EC7-529A-4560-985F-A211EEE389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6B2B21-4180-4CEA-A08C-B6E28509FF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E9287B-CF43-473C-92EA-A6C8045773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70CCA-5265-4213-AA3D-4752373C7A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0F00A-B95C-4469-BE23-083802D388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6E984D-370C-40D3-81CD-D4543DCE7F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02219F-5CA2-4678-9566-D05B0D3899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914400" y="18288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Before the group.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2"/>
          <p:cNvGrpSpPr/>
          <p:nvPr/>
        </p:nvGrpSpPr>
        <p:grpSpPr>
          <a:xfrm>
            <a:off x="914400" y="2743200"/>
            <a:ext cx="3657240" cy="1828440"/>
            <a:chOff x="914400" y="2743200"/>
            <a:chExt cx="3657240" cy="1828440"/>
          </a:xfrm>
        </p:grpSpPr>
        <p:sp>
          <p:nvSpPr>
            <p:cNvPr id="61" name="TextBox 3"/>
            <p:cNvSpPr/>
            <p:nvPr/>
          </p:nvSpPr>
          <p:spPr>
            <a:xfrm>
              <a:off x="914400" y="2743200"/>
              <a:ext cx="365724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In the group.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" name="Group 4"/>
            <p:cNvGrpSpPr/>
            <p:nvPr/>
          </p:nvGrpSpPr>
          <p:grpSpPr>
            <a:xfrm>
              <a:off x="914400" y="3657600"/>
              <a:ext cx="3657240" cy="914040"/>
              <a:chOff x="914400" y="3657600"/>
              <a:chExt cx="3657240" cy="914040"/>
            </a:xfrm>
          </p:grpSpPr>
          <p:sp>
            <p:nvSpPr>
              <p:cNvPr id="63" name="TextBox 5"/>
              <p:cNvSpPr/>
              <p:nvPr/>
            </p:nvSpPr>
            <p:spPr>
              <a:xfrm>
                <a:off x="914400" y="3657600"/>
                <a:ext cx="3657240" cy="914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In the nested group.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64" name="Picture 6" descr="A green square in the nested group"/>
              <p:cNvPicPr/>
              <p:nvPr/>
            </p:nvPicPr>
            <p:blipFill>
              <a:blip r:embed="rId1"/>
              <a:stretch/>
            </p:blipFill>
            <p:spPr>
              <a:xfrm>
                <a:off x="914400" y="3657600"/>
                <a:ext cx="914040" cy="9140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65" name="TextBox 7"/>
          <p:cNvSpPr/>
          <p:nvPr/>
        </p:nvSpPr>
        <p:spPr>
          <a:xfrm>
            <a:off x="914400" y="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After the group, placed at the top.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