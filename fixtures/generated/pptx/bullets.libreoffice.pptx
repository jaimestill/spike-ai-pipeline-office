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9144000" cy="6858000"/>
  <p:notesSz cx="7772400" cy="100584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F98BA7A2-AAD3-4C79-B6FE-C1E98EC23A9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4E37A4-BCB8-459E-B379-092A6C7E362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52B6D6F-02D5-4BCB-851B-0C7CBCC2EE2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F32366F-2E32-4EEA-BC79-A1160488CB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C4817FA6-D339-4539-847F-03857882758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EEB9A30-5305-4AE8-940B-3F847C621BA6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5435123B-AFA0-4073-84E3-B249A39EA67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BD5F321-960A-49F7-AA41-79BCCE09983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FB6959D-CBB7-4330-8A0A-BCE66ED3E15D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4C6B20A-3C07-4925-A4EA-F1DEB6633A3C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pic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p>
            <a:pPr indent="0" algn="l">
              <a:buNone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Double-click to add an Image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2858D58-6CEA-49D2-8301-6903A29184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Plan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Hire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Engineers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Backend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Designers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Train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indent="0" algn="l" defTabSz="457200">
              <a:lnSpc>
                <a:spcPct val="100000"/>
              </a:lnSpc>
              <a:spcBef>
                <a:spcPts val="641"/>
              </a:spcBef>
              <a:buNone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plain paragraph between the lists.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First step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step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detail of the second step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Calibri"/>
              <a:buAutoNum type="arabicPeriod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step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bullet after the numbers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914400" y="914400"/>
            <a:ext cx="36572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 text box's plain paragraph.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Its own bullet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16000" defTabSz="45720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Nested under it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-216000" defTabSz="457200">
              <a:lnSpc>
                <a:spcPct val="100000"/>
              </a:lnSpc>
              <a:buClr>
                <a:srgbClr val="000000"/>
              </a:buClr>
              <a:buFont typeface="Calibri"/>
              <a:buAutoNum type="arabicPeriod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Its own number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After the empty paragraph.</a:t>
            </a:r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itchFamily="0" charset="1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LibreOffice/26.8.1.1$Linux_X86_64 LibreOffice_project/680$Build-1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>Steve Canny</cp:lastModifiedBy>
  <dcterms:modified xsi:type="dcterms:W3CDTF">2013-01-27T09:15:58Z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