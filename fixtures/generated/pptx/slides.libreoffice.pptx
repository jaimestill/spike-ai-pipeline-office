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1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9.xml" ContentType="application/vnd.openxmlformats-officedocument.presentationml.slideLayout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4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1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sldImg"/>
          </p:nvPr>
        </p:nvSpPr>
        <p:spPr>
          <a:xfrm>
            <a:off x="533520" y="764280"/>
            <a:ext cx="6704640" cy="3771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algn="ctr" defTabSz="457200"/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move the slide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2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&lt;header&gt;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" name="PlaceHolder 4"/>
          <p:cNvSpPr>
            <a:spLocks noGrp="1"/>
          </p:cNvSpPr>
          <p:nvPr>
            <p:ph type="dt" idx="34"/>
          </p:nvPr>
        </p:nvSpPr>
        <p:spPr>
          <a:xfrm>
            <a:off x="439920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" name="PlaceHolder 5"/>
          <p:cNvSpPr>
            <a:spLocks noGrp="1"/>
          </p:cNvSpPr>
          <p:nvPr>
            <p:ph type="ftr" idx="35"/>
          </p:nvPr>
        </p:nvSpPr>
        <p:spPr>
          <a:xfrm>
            <a:off x="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" name="PlaceHolder 6"/>
          <p:cNvSpPr>
            <a:spLocks noGrp="1"/>
          </p:cNvSpPr>
          <p:nvPr>
            <p:ph type="sldNum" idx="36"/>
          </p:nvPr>
        </p:nvSpPr>
        <p:spPr>
          <a:xfrm>
            <a:off x="439920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7A895817-1B75-48D4-B9EF-E504957C01B8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78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Welcome everyone.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Introduce the agenda.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" name="PlaceHolder 3"/>
          <p:cNvSpPr>
            <a:spLocks noGrp="1"/>
          </p:cNvSpPr>
          <p:nvPr>
            <p:ph type="sldNum" idx="37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C19F42E6-6A5D-444F-84BE-6E65EA42356A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81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Skip this slide when presenting.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" name="PlaceHolder 3"/>
          <p:cNvSpPr>
            <a:spLocks noGrp="1"/>
          </p:cNvSpPr>
          <p:nvPr>
            <p:ph type="sldNum" idx="38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7B78E01D-5A0E-40C6-8FE5-8FD0BD5E4697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84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Close on time.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" name="PlaceHolder 3"/>
          <p:cNvSpPr>
            <a:spLocks noGrp="1"/>
          </p:cNvSpPr>
          <p:nvPr>
            <p:ph type="sldNum" idx="39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7E90D0F9-5089-4456-B574-C466C523A268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8085DCDC-97E2-4A4F-B19E-B1424CE2DB79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 defTabSz="457200"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343080" indent="-343080" algn="l" defTabSz="457200"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 defTabSz="4572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 defTabSz="4572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 defTabSz="4572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 defTabSz="4572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4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" name="PlaceHolder 5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57C3B28F-6512-4B0E-9EC1-23E44C0CF7E3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7040" cy="5851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 vert="eaVert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9560" cy="5851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4" name="PlaceHolder 3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4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" name="PlaceHolder 5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C091D59F-06FC-4283-8DB3-16FD48F0C5CB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9" name="PlaceHolder 3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PlaceHolder 4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" name="PlaceHolder 5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0DB0F1E7-0DD7-4565-BDCC-82F47F0E5BA9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2040" cy="1361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000" b="1" u="none" strike="noStrike" cap="all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2040" cy="1499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  <a:def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000" b="0" u="none" strike="noStrike">
              <a:solidFill>
                <a:schemeClr val="dk1">
                  <a:tint val="75000"/>
                </a:schemeClr>
              </a:solidFill>
              <a:effectLst/>
              <a:uFillTx/>
              <a:latin typeface="Calibri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A1F677AB-D14D-45BA-9028-6005218C6588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PlaceHolder 5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" name="PlaceHolder 6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A5B170B8-F13C-4F81-B174-4C5E3E18913F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4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92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5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92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6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36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7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36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8" name="PlaceHolder 6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PlaceHolder 7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" name="PlaceHolder 8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EB4F8F61-6538-4545-A5AA-983C25425D9F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" name="PlaceHolder 4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4D7C00B5-55EB-42E4-89CA-6542470F8544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 defTabSz="457200"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343080" indent="-343080" algn="l" defTabSz="457200"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 defTabSz="4572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 defTabSz="4572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 defTabSz="4572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 defTabSz="4572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" name="PlaceHolder 3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549B9232-5F4F-4198-8053-5CB016834D32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800" cy="1161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1280" cy="585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800" cy="4690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" name="PlaceHolder 5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" name="PlaceHolder 6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BDB3E6BD-0406-4CC6-93CF-5CE88B1CAD82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pic"/>
          </p:nvPr>
        </p:nvSpPr>
        <p:spPr>
          <a:xfrm>
            <a:off x="1792440" y="61272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pPr indent="0" algn="l">
              <a:buNone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Double-click to add an Image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6040" cy="804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PlaceHolder 5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" name="PlaceHolder 6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CBE1A28B-F716-4530-9F7C-F983FFE750AC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Quarterly Review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440" cy="17521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ctr" defTabSz="457200">
              <a:lnSpc>
                <a:spcPct val="100000"/>
              </a:lnSpc>
              <a:spcBef>
                <a:spcPts val="641"/>
              </a:spcBef>
              <a:buNone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Operations, third quarter</a:t>
            </a:r>
            <a:endParaRPr lang="en-US" sz="3200" b="0" u="none" strike="noStrike">
              <a:solidFill>
                <a:schemeClr val="dk1">
                  <a:tint val="75000"/>
                </a:schemeClr>
              </a:solidFill>
              <a:effectLst/>
              <a:uFillTx/>
              <a:latin typeface="Calibri"/>
            </a:endParaRPr>
          </a:p>
          <a:p>
            <a:pPr indent="0" algn="ctr" defTabSz="457200">
              <a:lnSpc>
                <a:spcPct val="100000"/>
              </a:lnSpc>
              <a:spcBef>
                <a:spcPts val="641"/>
              </a:spcBef>
              <a:buNone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Prepared for the board</a:t>
            </a:r>
            <a:endParaRPr lang="en-US" sz="3200" b="0" u="none" strike="noStrike">
              <a:solidFill>
                <a:schemeClr val="dk1">
                  <a:tint val="75000"/>
                </a:schemeClr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Internal figures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Not for the board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Agenda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Results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Outlook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Thank you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4" name="TextBox 2"/>
          <p:cNvSpPr/>
          <p:nvPr/>
        </p:nvSpPr>
        <p:spPr>
          <a:xfrm>
            <a:off x="914400" y="914400"/>
            <a:ext cx="365724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Contact the operations team.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Questions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 defTabSz="457200">
              <a:spcBef>
                <a:spcPts val="641"/>
              </a:spcBef>
              <a:buNone/>
            </a:pP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itchFamily="0" charset="1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</TotalTime>
  <Application>LibreOffice/26.8.1.1$Linux_X86_64 LibreOffice_project/680$Build-1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en-US</dc:language>
  <cp:lastModifiedBy>Steve Canny</cp:lastModifiedBy>
  <dcterms:modified xsi:type="dcterms:W3CDTF">2013-01-27T09:15:58Z</dcterms:modified>
  <cp:revision>1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