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Sales by quarter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North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12.5</c:v>
                </c:pt>
                <c:pt idx="1">
                  <c:v>14</c:v>
                </c:pt>
                <c:pt idx="2">
                  <c:v>15.25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South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9</c:v>
                </c:pt>
                <c:pt idx="2">
                  <c:v>11</c:v>
                </c:pt>
              </c:numCache>
            </c:numRef>
          </c:val>
        </c:ser>
        <c:gapWidth val="150"/>
        <c:overlap val="0"/>
        <c:axId val="14281922"/>
        <c:axId val="73498054"/>
      </c:barChart>
      <c:catAx>
        <c:axId val="14281922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3498054"/>
        <c:crosses val="autoZero"/>
        <c:auto val="1"/>
        <c:lblAlgn val="ctr"/>
        <c:lblOffset val="100"/>
        <c:noMultiLvlLbl val="0"/>
      </c:catAx>
      <c:valAx>
        <c:axId val="7349805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428192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737184-31B1-441D-B042-872A0539D6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South's second quarter is missing.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639C80-4924-47EB-93D7-96D588766A9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A90F49-A569-4502-A5AD-557270FFAB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412BB9-0C41-4F05-9915-E3AAA85666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439593-C5E3-4BA2-AC36-E6E312DF14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B162B2-92DC-4054-BB18-06A08C5CD4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9FFFC3-11B1-4B23-B313-E3A0A2A7F1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C0C873-6CF7-4808-8FD8-C06D717A2A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32E3AB-C96D-4A30-9447-4FC44D0A13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0A5213-77F9-4FB9-9022-FB5071F999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4B1B1C-8B72-4398-B9D7-0E9CE38440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E2DF73-9BE7-4ECB-B37D-B70DDC0680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2F094D-EC82-4D06-82EB-D2C8264076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Figures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9" name="Table 2"/>
          <p:cNvGraphicFramePr/>
          <p:nvPr/>
        </p:nvGraphicFramePr>
        <p:xfrm>
          <a:off x="914400" y="1828800"/>
          <a:ext cx="5486040" cy="1859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Sales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09480">
                <a:tc row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first quarter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 | 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0948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Q2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Sales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1" name="Chart 2"/>
          <p:cNvGraphicFramePr/>
          <p:nvPr/>
        </p:nvGraphicFramePr>
        <p:xfrm>
          <a:off x="914400" y="1828800"/>
          <a:ext cx="54860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A red square"/>
          <p:cNvPicPr/>
          <p:nvPr/>
        </p:nvPicPr>
        <p:blipFill>
          <a:blip r:embed="rId1"/>
          <a:stretch/>
        </p:blipFill>
        <p:spPr>
          <a:xfrm>
            <a:off x="914400" y="36576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2" descr="A blue square"/>
          <p:cNvPicPr/>
          <p:nvPr/>
        </p:nvPicPr>
        <p:blipFill>
          <a:blip r:embed="rId2"/>
          <a:stretch/>
        </p:blipFill>
        <p:spPr>
          <a:xfrm>
            <a:off x="914400" y="3657600"/>
            <a:ext cx="91404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" descr="The red square again"/>
          <p:cNvPicPr/>
          <p:nvPr/>
        </p:nvPicPr>
        <p:blipFill>
          <a:blip r:embed="rId1"/>
          <a:stretch/>
        </p:blipFill>
        <p:spPr>
          <a:xfrm>
            <a:off x="914400" y="3657600"/>
            <a:ext cx="91404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