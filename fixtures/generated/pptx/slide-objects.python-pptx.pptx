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by quarter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14</c:v>
                </c:pt>
                <c:pt idx="2">
                  <c:v>15.25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2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South's second quarter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  <a:p>
                      <a:r>
                        <a:t>first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| 5</a:t>
                      </a:r>
                    </a:p>
                  </a:txBody>
                  <a:tcPr/>
                </a:tc>
              </a:tr>
              <a:tr h="6096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 red square" title="R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914400"/>
          </a:xfrm>
          <a:prstGeom prst="rect">
            <a:avLst/>
          </a:prstGeom>
        </p:spPr>
      </p:pic>
      <p:pic>
        <p:nvPicPr>
          <p:cNvPr id="3" name="Picture 2" descr="A blue squ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 red square ag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