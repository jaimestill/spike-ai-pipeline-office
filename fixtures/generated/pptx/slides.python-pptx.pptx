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10"/>
    <p:sldId id="257" r:id="rId9"/>
    <p:sldId id="260" r:id="rId12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Introduce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this slide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Operations, third quarter</a:t>
            </a:r>
          </a:p>
          <a:p>
            <a:pPr/>
            <a:r>
              <a:t>Prepared for the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Results</a:t>
            </a:r>
          </a:p>
          <a:p>
            <a:pPr/>
            <a:r>
              <a:t>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for the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Contact the operations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