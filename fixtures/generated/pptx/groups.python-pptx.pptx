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Before the group.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914400" y="2743200"/>
            <a:ext cx="3657600" cy="1828800"/>
            <a:chOff x="914400" y="2743200"/>
            <a:chExt cx="3657600" cy="1828800"/>
          </a:xfrm>
        </p:grpSpPr>
        <p:sp>
          <p:nvSpPr>
            <p:cNvPr id="4" name="TextBox 3"/>
            <p:cNvSpPr txBox="1"/>
            <p:nvPr/>
          </p:nvSpPr>
          <p:spPr>
            <a:xfrm>
              <a:off x="914400" y="2743200"/>
              <a:ext cx="36576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/>
              <a:r>
                <a:t>In the group.</a:t>
              </a:r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914400" y="3657600"/>
              <a:ext cx="3657600" cy="914400"/>
              <a:chOff x="914400" y="3657600"/>
              <a:chExt cx="3657600" cy="914400"/>
            </a:xfrm>
          </p:grpSpPr>
          <p:sp>
            <p:nvSpPr>
              <p:cNvPr id="6" name="TextBox 5"/>
              <p:cNvSpPr txBox="1"/>
              <p:nvPr/>
            </p:nvSpPr>
            <p:spPr>
              <a:xfrm>
                <a:off x="914400" y="3657600"/>
                <a:ext cx="3657600" cy="91440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:r>
                  <a:t>In the nested group.</a:t>
                </a:r>
              </a:p>
            </p:txBody>
          </p:sp>
          <p:pic>
            <p:nvPicPr>
              <p:cNvPr id="7" name="Picture 6" descr="A green square in the nested group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14400" y="3657600"/>
                <a:ext cx="914400" cy="914400"/>
              </a:xfrm>
              <a:prstGeom prst="rect">
                <a:avLst/>
              </a:prstGeom>
            </p:spPr>
          </p:pic>
        </p:grpSp>
      </p:grpSp>
      <p:sp>
        <p:nvSpPr>
          <p:cNvPr id="8" name="TextBox 7"/>
          <p:cNvSpPr txBox="1"/>
          <p:nvPr/>
        </p:nvSpPr>
        <p:spPr>
          <a:xfrm>
            <a:off x="914400" y="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After the group, placed at the top.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